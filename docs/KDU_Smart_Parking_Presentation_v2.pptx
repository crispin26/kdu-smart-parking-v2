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77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4" Type="http://schemas.openxmlformats.org/officeDocument/2006/relationships/image" Target="../media/image27.png"/><Relationship Id="rId9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B1D26">
              <a:alpha val="8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PARKING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Prediction System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KDU Global Campus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vehicle detection using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YOLOv8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5A5E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Smart Computing  |  Spring 2026  |  Supervisor: Dr. Ghulam Sarwar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82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Our Team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173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6459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16002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Alingilya Crispin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Njewa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00200" y="2167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002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2517116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173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45920"/>
            <a:ext cx="822960" cy="822960"/>
          </a:xfrm>
          <a:prstGeom prst="ellipse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16002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Chhenwi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434840" y="2167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43484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2517104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173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2"/>
          <p:cNvPicPr>
            <a:picLocks noChangeAspect="1"/>
          </p:cNvPicPr>
          <p:nvPr/>
        </p:nvPicPr>
        <p:blipFill>
          <a:blip r:embed="rId5"/>
          <a:srcRect t="12500" b="12500"/>
          <a:stretch/>
        </p:blipFill>
        <p:spPr>
          <a:xfrm>
            <a:off x="6355080" y="1645920"/>
            <a:ext cx="822960" cy="82296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69480" y="16002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 John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Ngor Majok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269480" y="2167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26948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2517047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246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5" name="Shape 20"/>
          <p:cNvSpPr/>
          <p:nvPr/>
        </p:nvSpPr>
        <p:spPr>
          <a:xfrm>
            <a:off x="548640" y="32461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74720"/>
            <a:ext cx="822960" cy="822960"/>
          </a:xfrm>
          <a:prstGeom prst="ellipse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3429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Audrey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600200" y="3995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60020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2417263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383280" y="3246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83280" y="32461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474720"/>
            <a:ext cx="822960" cy="822960"/>
          </a:xfrm>
          <a:prstGeom prst="ellipse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34840" y="3429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434840" y="3995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43484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2517105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217920" y="3246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32461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474720"/>
            <a:ext cx="822960" cy="822960"/>
          </a:xfrm>
          <a:prstGeom prst="ellipse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269480" y="3429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269480" y="3995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726948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2517120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93425D6-E8FA-49E1-ADF2-C3B3C3907D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735" y="1508352"/>
            <a:ext cx="1007745" cy="1295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B1D26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6459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926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parking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should not be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hard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57200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65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0" y="1051560"/>
            <a:ext cx="4114800" cy="7772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3444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4924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3492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spend 10+ min searching for available spots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572000" y="2011680"/>
            <a:ext cx="4114800" cy="7772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19456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Data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349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show current parking availability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572000" y="2971800"/>
            <a:ext cx="4114800" cy="7772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15468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492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3492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forecast when spaces will become free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572000" y="3931920"/>
            <a:ext cx="4114800" cy="7772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1480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Sensors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34924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sensor systems are expensive to install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vision-based intelligent parking management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74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88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— 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sensors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417320"/>
            <a:ext cx="1920240" cy="3108960"/>
          </a:xfrm>
          <a:prstGeom prst="rect">
            <a:avLst/>
          </a:prstGeom>
          <a:solidFill>
            <a:srgbClr val="065A5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8960" y="1691640"/>
            <a:ext cx="914400" cy="9144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8745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788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97480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90%+ accuracy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417320"/>
            <a:ext cx="1920240" cy="3108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57800" y="1691640"/>
            <a:ext cx="914400" cy="9144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8745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788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846320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future parking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1417320"/>
            <a:ext cx="1920240" cy="3108960"/>
          </a:xfrm>
          <a:prstGeom prst="rect">
            <a:avLst/>
          </a:prstGeom>
          <a:solidFill>
            <a:srgbClr val="065A5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06640" y="1691640"/>
            <a:ext cx="914400" cy="9144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87452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2788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95160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real-time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status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087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37160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508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4.10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97480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processing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087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46320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03720" y="137160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5087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95160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06324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004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4864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606040" y="306324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20040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69748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269748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0" y="3200400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4632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84632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903720" y="3063240"/>
            <a:ext cx="192024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3200400"/>
            <a:ext cx="548640" cy="5486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99516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4440" y="1234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164592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0" y="128016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1554480"/>
            <a:ext cx="548640" cy="5486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017520" y="1234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8"/>
          <p:cNvSpPr/>
          <p:nvPr/>
        </p:nvSpPr>
        <p:spPr>
          <a:xfrm>
            <a:off x="30175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48840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45920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069080" y="128016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800600" y="1234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2"/>
          <p:cNvSpPr/>
          <p:nvPr/>
        </p:nvSpPr>
        <p:spPr>
          <a:xfrm>
            <a:off x="48006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931920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645920"/>
            <a:ext cx="320040" cy="32004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852160" y="128016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554480"/>
            <a:ext cx="548640" cy="54864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583680" y="1234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16"/>
          <p:cNvSpPr/>
          <p:nvPr/>
        </p:nvSpPr>
        <p:spPr>
          <a:xfrm>
            <a:off x="65836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715000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45920"/>
            <a:ext cx="320040" cy="32004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635240" y="128016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1554480"/>
            <a:ext cx="548640" cy="54864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8366760" y="1234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0"/>
          <p:cNvSpPr/>
          <p:nvPr/>
        </p:nvSpPr>
        <p:spPr>
          <a:xfrm>
            <a:off x="8366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7498080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457200" y="3200400"/>
            <a:ext cx="82296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 Preview</a:t>
            </a:r>
            <a:endParaRPr lang="en-US" sz="1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7200" y="3611880"/>
            <a:ext cx="4572000" cy="1325880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5303520" y="3657600"/>
            <a:ext cx="32004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25"/>
          <p:cNvSpPr/>
          <p:nvPr/>
        </p:nvSpPr>
        <p:spPr>
          <a:xfrm>
            <a:off x="566928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FREE slot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5303520" y="4023360"/>
            <a:ext cx="3200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27"/>
          <p:cNvSpPr/>
          <p:nvPr/>
        </p:nvSpPr>
        <p:spPr>
          <a:xfrm>
            <a:off x="566928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OCCUPIED slot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5303520" y="4389120"/>
            <a:ext cx="32004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29"/>
          <p:cNvSpPr/>
          <p:nvPr/>
        </p:nvSpPr>
        <p:spPr>
          <a:xfrm>
            <a:off x="56692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Vehicle detected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2194560"/>
          </a:xfrm>
          <a:prstGeom prst="rect">
            <a:avLst/>
          </a:prstGeom>
          <a:solidFill>
            <a:srgbClr val="065A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1097280"/>
            <a:ext cx="1920240" cy="2194560"/>
          </a:xfrm>
          <a:prstGeom prst="rect">
            <a:avLst/>
          </a:prstGeom>
          <a:solidFill>
            <a:srgbClr val="065A5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258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2697480" y="2651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1920240" cy="2194560"/>
          </a:xfrm>
          <a:prstGeom prst="rect">
            <a:avLst/>
          </a:prstGeom>
          <a:solidFill>
            <a:srgbClr val="065A5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25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1080p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4846320" y="2651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1097280"/>
            <a:ext cx="1920240" cy="2194560"/>
          </a:xfrm>
          <a:prstGeom prst="rect">
            <a:avLst/>
          </a:prstGeom>
          <a:solidFill>
            <a:srgbClr val="065A5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3258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0.4+</a:t>
            </a:r>
            <a:endParaRPr lang="en-US" sz="4000" dirty="0"/>
          </a:p>
        </p:txBody>
      </p:sp>
      <p:sp>
        <p:nvSpPr>
          <p:cNvPr id="19" name="Text 13"/>
          <p:cNvSpPr/>
          <p:nvPr/>
        </p:nvSpPr>
        <p:spPr>
          <a:xfrm>
            <a:off x="6995160" y="2651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520440"/>
            <a:ext cx="1920240" cy="123444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3566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54864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Frames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606040" y="3520440"/>
            <a:ext cx="1920240" cy="123444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2697480" y="3566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YOLOv8m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269748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54880" y="3520440"/>
            <a:ext cx="1920240" cy="123444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0" y="3566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33s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484632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903720" y="3520440"/>
            <a:ext cx="1920240" cy="123444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6995160" y="3566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699516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(car/bus/truck)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 Tracker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783080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803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45920" y="1371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459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68880" y="1783080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876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036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80360" y="1371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88036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703320" y="1783080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Definition (17)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880360"/>
            <a:ext cx="457200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14800" y="13716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1148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4937760" y="1783080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97764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880360"/>
            <a:ext cx="45720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1371600"/>
            <a:ext cx="822960" cy="822960"/>
          </a:xfrm>
          <a:prstGeom prst="ellipse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3492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6172200" y="1783080"/>
            <a:ext cx="50292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21208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583680" y="1371600"/>
            <a:ext cx="822960" cy="822960"/>
          </a:xfrm>
          <a:prstGeom prst="ellipse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58368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7406640" y="1783080"/>
            <a:ext cx="50292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818120" y="1371600"/>
            <a:ext cx="822960" cy="822960"/>
          </a:xfrm>
          <a:prstGeom prst="ellipse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78181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768096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0"/>
          <p:cNvSpPr/>
          <p:nvPr/>
        </p:nvSpPr>
        <p:spPr>
          <a:xfrm>
            <a:off x="731520" y="3657600"/>
            <a:ext cx="43891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1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Complete — 4 of 7 steps done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9" name="Text 33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Completed: Python environment, video frame extraction, 17 parking slot ROIs defined, YOLOv8 real-time vehicle detection with stability buffer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GUI not supported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344168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23444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23444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234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full OpenCV 4.10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9659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965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2.x version conflict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075688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63440" y="196596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6596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OpenCV to NumPy 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269748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69748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flickering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807208"/>
            <a:ext cx="320040" cy="3200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63440" y="269748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69748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19"/>
          <p:cNvSpPr/>
          <p:nvPr/>
        </p:nvSpPr>
        <p:spPr>
          <a:xfrm>
            <a:off x="489204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stability buffer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342900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34290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video processing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538728"/>
            <a:ext cx="320040" cy="3200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663440" y="342900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63440" y="342900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5"/>
          <p:cNvSpPr/>
          <p:nvPr/>
        </p:nvSpPr>
        <p:spPr>
          <a:xfrm>
            <a:off x="4892040" y="3429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every 3rd frame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416052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48640" y="416052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shake/instability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270248"/>
            <a:ext cx="320040" cy="32004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4663440" y="41605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63440" y="416052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1"/>
          <p:cNvSpPr/>
          <p:nvPr/>
        </p:nvSpPr>
        <p:spPr>
          <a:xfrm>
            <a:off x="4892040" y="4160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camera recommended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417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508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560320" y="1737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occupancy timestamps to CSV, train Random Forest model to predict future parking availability based on time-of-day and historical patterns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2514600"/>
            <a:ext cx="804672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2651760"/>
            <a:ext cx="731520" cy="731520"/>
          </a:xfrm>
          <a:prstGeom prst="ellipse">
            <a:avLst/>
          </a:prstGeom>
          <a:solidFill>
            <a:srgbClr val="065A5E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7432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56032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web app with real-time parking map, occupancy charts, and prediction visualizations accessible from any device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3886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3886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9776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56032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2560320" y="4206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detection accuracy metrics (mAP, precision, recall), manual testing tables, and final project report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548640"/>
            <a:ext cx="2286000" cy="22860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0058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657600" y="3657600"/>
            <a:ext cx="18288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KDU Global Campus  |  Smart Computing  | 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454</Words>
  <Application>Microsoft Office PowerPoint</Application>
  <PresentationFormat>On-screen Show (16:9)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KDU Smart Parking System</dc:title>
  <dc:subject>PptxGenJS Presentation</dc:subject>
  <dc:creator>KDU Smart Computing Team</dc:creator>
  <cp:lastModifiedBy>Crispin</cp:lastModifiedBy>
  <cp:revision>2</cp:revision>
  <dcterms:created xsi:type="dcterms:W3CDTF">2026-04-30T01:12:20Z</dcterms:created>
  <dcterms:modified xsi:type="dcterms:W3CDTF">2026-04-30T01:24:41Z</dcterms:modified>
</cp:coreProperties>
</file>